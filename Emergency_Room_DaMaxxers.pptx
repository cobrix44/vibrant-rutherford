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EMERGENCY ROOM</a:t>
            </a:r>
          </a:p>
          <a:p>
            <a:pPr>
              <a:spcBef>
                <a:spcPts val="800"/>
              </a:spcBef>
              <a:defRPr sz="2000" b="1">
                <a:solidFill>
                  <a:srgbClr val="38BDF8"/>
                </a:solidFill>
                <a:latin typeface="Arial"/>
              </a:defRPr>
            </a:pPr>
            <a:r>
              <a:t>An Educational Healthcare Triage &amp; Clinical Decision Simulation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Engineered with an Accessibility-First Architecture • Dual 2D Canvas &amp; Semantic 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657600"/>
            <a:ext cx="4754880" cy="1737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PROJECT TEAM: DA MAXXERS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Aditya Dugar</a:t>
            </a:r>
            <a:br/>
            <a:r>
              <a:t>• Vijaya Rupesh N</a:t>
            </a:r>
            <a:br/>
            <a:r>
              <a:t>• Yashas L Rao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4754880" cy="1737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CORE ARCHITECTURAL PHILOSOPHY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  <a:latin typeface="Arial"/>
              </a:defRPr>
            </a:pPr>
            <a:r>
              <a:t>“One game. One shared game state. Multiple ways to experience and control it.”</a:t>
            </a:r>
            <a:br/>
            <a:br/>
            <a:r>
              <a:t>No separate "blind mode" or stripped-down interface — 100% functional parity across all player modalities.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EMERGENCY ROOM • TEAM DA MAXXERS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Universal Accessibility: Inclusion as Core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42032" cy="49377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Blind &amp; Low Vision</a:t>
            </a:r>
          </a:p>
          <a:p>
            <a:pPr>
              <a:spcAft>
                <a:spcPts val="1200"/>
              </a:spcAft>
              <a:defRPr sz="900" b="1">
                <a:solidFill>
                  <a:srgbClr val="38BDF8"/>
                </a:solidFill>
                <a:latin typeface="Arial"/>
              </a:defRPr>
            </a:pPr>
            <a:r>
              <a:t>ARIA &amp; SCREEN READERS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Strict semantic HTML5 hierarchy (&lt;main&gt;, &lt;section&gt;, &lt;nav&gt;)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Persistent polite and assertive ARIA live regions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Tabular physiological vitals with full screen-reader readouts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Detailed text equivalents for all visual 2D canvas states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Shortcut [I] reads full patient dossier, [O] reads shift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08760"/>
            <a:ext cx="2542032" cy="49377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Deaf &amp; Hard of Hearing</a:t>
            </a:r>
          </a:p>
          <a:p>
            <a:pPr>
              <a:spcAft>
                <a:spcPts val="12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t>AUDIO NON-ESSENTIAL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Zero gameplay information locked behind sound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Real-time closed captions bar at bottom of interface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Synchronous visual alert badges and status tags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Persistent clinical reasoning log for every event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100% playable with master audio completely muted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08760"/>
            <a:ext cx="2542032" cy="49377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Deaf-Blind Players</a:t>
            </a:r>
          </a:p>
          <a:p>
            <a:pPr>
              <a:spcAft>
                <a:spcPts val="1200"/>
              </a:spcAft>
              <a:defRPr sz="900" b="1">
                <a:solidFill>
                  <a:srgbClr val="F59E0B"/>
                </a:solidFill>
                <a:latin typeface="Arial"/>
              </a:defRPr>
            </a:pPr>
            <a:r>
              <a:t>TACTILE &amp; BRAILLE PARITY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Gamepad API VibrationActuator integration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Semantic haptic pulse signatures for alerts &amp; successes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Predictable linear keyboard &amp; gamepad navigation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Full structured DOM compatible with refreshable Braille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No timing walls or reflex-dependent traps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08760"/>
            <a:ext cx="2542032" cy="49377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Motor &amp; Neurodiverse</a:t>
            </a:r>
          </a:p>
          <a:p>
            <a:pPr>
              <a:spcAft>
                <a:spcPts val="1200"/>
              </a:spcAft>
              <a:defRPr sz="900" b="1">
                <a:solidFill>
                  <a:srgbClr val="EF4444"/>
                </a:solidFill>
                <a:latin typeface="Arial"/>
              </a:defRPr>
            </a:pPr>
            <a:r>
              <a:t>PACING &amp; ADAPTABILITY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Single-key action shortcuts (Keys 1–9 on number row)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Full Gamepad controller support (D-Pad, bumpers, buttons)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Extended Time Mode (50% slower shift countdown)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Strict WCAG AAA high-contrast dark and light themes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• Prefers-reduced-motion: static ECG waveforms &amp; zero shake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EMERGENCY ROOM • TEAM DA MAXXERS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System Architecture: Decoupled Simulation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01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Headless Simulation Core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Arial"/>
              </a:defRPr>
            </a:pPr>
            <a:r>
              <a:t>Pure TypeScript engine operating independently of visual or DOM libraries.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GameStateManager: Canonical source of truth for vitals, time, and patient state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Typed EventBus: Unidirectional pub/sub message pipeline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Deterministic decision tree and score calculator (ScoreTracker)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100% headless testability via Vitest with zero browser 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508760"/>
            <a:ext cx="342900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02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2D Canvas Layer (Phaser 3)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Arial"/>
              </a:defRPr>
            </a:pPr>
            <a:r>
              <a:t>Interactive visual Emergency Department rendered in WebGL/Canvas.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ERScene: Renders 5 acute clinical bays, medical cart, and triage console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Dynamic ECG Waveforms: Pulse frequencies mapped directly to patient BPM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Reduced-Motion Mode: Waveforms automatically flatten to static readouts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Synchronized selection rings mirroring DOM keyboard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508760"/>
            <a:ext cx="342900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LAYER 03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Accessible Presentation (React)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Arial"/>
              </a:defRPr>
            </a:pPr>
            <a:r>
              <a:t>Rich, reactive UI providing full keyboard, screen reader, and tactile control.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HUD &amp; Patient Dossier: Real-time tabular clinical parameters and history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ActionPanel: Dynamic decision triggers with resource and time costs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InputManager: Centralized keyboard, mouse, and Gamepad API poller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Multi-Theme Engine: WCAG AAA Standard, High-Contrast Dark &amp; 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10728655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CORE TECHNOLOGY STACK &amp; PERFORMANCE SPECS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Arial"/>
              </a:defRPr>
            </a:pPr>
            <a:r>
              <a:t>• Frontend &amp; Build: React 18 + TypeScript + Vite (Clean, lightning-fast HMR and optimized production bundling)</a:t>
            </a:r>
            <a:br/>
            <a:r>
              <a:t>• Game Engine: Phaser 3.88 (Hardware-accelerated 2D canvas with seamless headless bridge)</a:t>
            </a:r>
            <a:br/>
            <a:r>
              <a:t>• Styling: Tailwind CSS (Configured with high-contrast utility classes &amp; reduced-motion media query hooks)</a:t>
            </a:r>
            <a:br/>
            <a:r>
              <a:t>• Hardware APIs: Gamepad API (vibrationActuator dual-rumble) + Web Audio API (real-time synthesizer with closed captions)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EMERGENCY ROOM • TEAM DA MAXXERS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Gameplay Mechanics: The Clinical Decision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9377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CLINICAL TRIAGE CYCLE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1. PATIENT ARRIVAL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5 patients arrive across Bed 1 to Bed 5 with distinctive chief complaints.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2. OBSERVE &amp; INSPECT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Analyze symptoms, review medical history, and evaluate baseline vital signs (HR, BP, SpO2, RR).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3. TRIAGE ACUITY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Categorize urgency: CRITICAL [⚡], URGENT [◆], PRIORITY [▲], or ROUTINE [○].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4. INVESTIGATE &amp; DECIDE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Order tests (POCUS, ECG, Labs) or initiate interventions (Oxygen, Epinephrine, Bronchodilator, Insulin).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5. PHYSIOLOGICAL RESPONSE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Patient parameters mutate dynamically. Consequence feedback is logged into persistent text and live regions.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6. STABILIZATION / TRANSFER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Stabilized patients are moved to step-down observation beds, preserving emergency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9377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TACTICAL DEPARTMENTAL CONSTRAINTS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• DIAGNOSTIC TEST SLOTS (5 Total)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Consumed by high-resource diagnostics like Lung POCUS, 12-Lead ECG, and Blood Chemistry. Teaches players to avoid shotgun testing when focused physical exam suffices.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• STEP-DOWN OBSERVATION BEDS (3 Total)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Scarce ward beds used to safely transition stabilized patients out of active resuscitation bays.</a:t>
            </a:r>
          </a:p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• SPECIALIST CONSULT CREDITS (2 Total)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Precious subspecialty consults (e.g., On-Call Interventional Cardiology) reserved for true clinical emergencies.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SHIFT CLOCK &amp; DECISION TIME COSTS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10:00 default countdown. Each action costs 30s to 90s. Every choice matters, but players can activate Extended Time Mode for a zero-rush, cognitive puzzle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EMERGENCY ROOM • TEAM DA MAXXERS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Clinical Cases: 5 Fictional Emergency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BAY 1: JORDAN LEE (Age 47)  •  PRIORITY: URGENT  •  Acute Dyspnea &amp; Right-Sided Chest Tightness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Clinical Challenge: Differentiating severe acute asthma exacerbation vs. spontaneous pneumothorax.  |  Key Action: Physical exam (auscultation) + Chest POCUS rules out pneumothorax. Nebulized bronchodilator &amp; oxygen titration stabilize respiratory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10728655" cy="86868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BAY 2: SAM PATEL (Age 32)  •  PRIORITY: CRITICAL  •  Severe Facial Angioedema, Diffuse Hives, Stridor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Clinical Challenge: Rapidly deteriorating anaphylactic shock with severe hypotension (BP 84/52).  |  Key Action: Immediate IM Epinephrine auto-injector (0.3mg) halts stridor; 1000mL IV Saline bolus restores arterial blood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65576"/>
            <a:ext cx="10728655" cy="86868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BAY 3: ALEX MORGAN (Age 58)  •  PRIORITY: CRITICAL  •  Retrosternal Chest Pressure, Diaphoresis, Bradycardia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Clinical Challenge: Atypical acute myocardial infarction with bradycardic hemodynamic compromise (HR 52).  |  Key Action: 12-Lead ECG identifies acute inferior ST elevation. Antiplatelet protocol initiated; emergency cardiology consult pages catheterization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43984"/>
            <a:ext cx="10728655" cy="86868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BAY 4: ELENA ROSTOVA (Age 24)  •  PRIORITY: ROUTINE  •  Post-Exertional Syncope &amp; Dizziness After 10K Race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Clinical Challenge: Orthostatic dehydration vs. neurological syncope in an endurance athlete.  |  Key Action: Postural vitals confirm orthostatic volume depletion. Oral &amp; IV electrolyte hydration normalizes BP; transferred to observation bed.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22392"/>
            <a:ext cx="10728655" cy="86868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BAY 5: MARCUS CHEN (Age 65)  •  PRIORITY: URGENT  •  Progressive Lethargy, Tachypnea, Severe Thirst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Arial"/>
              </a:defRPr>
            </a:pPr>
            <a:r>
              <a:t>Clinical Challenge: Decompensated diabetic hyperglycemic crisis after missing medication.  |  Key Action: Stat point-of-care glucose detects blood sugar &gt;500 mg/dL with acidosis. IV rehydration and low-dose insulin protocol clear sensorium.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EMERGENCY ROOM • TEAM DA MAXXERS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Verification, Transparent Scoring &amp; Future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93776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TRANSPARENT EVALUATION &amp; AUDIT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✓ Zero Speed-Trap Scoring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Scores are based on physiological stabilization, correct triage priority, and resource stewardship — never on twitch reflexes or visual reaction times.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✓ Comprehensive Debrief Report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The ShiftSummary screen provides personalized clinical strengths and constructive diagnostic advice.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✓ 21 / 21 Automated Tests Passing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Full coverage in Vitest verifying state transitions, all 5 patient branching trees, screen-reader announcer live regions, and Gamepad haptics.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✓ Production Build Verified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Zero errors or warnings in TypeScript compile and Vite asset bundling; sub-second keyboard response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9377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ACHIEVEMENTS &amp; FUTURE ROADMAP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• Delivered by Team Da Maxxers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Engineered and shipped by Aditya Dugar, Vijaya Rupesh N, and Yashas L Rao as a production-grade educational game.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• Universal Benchmark in Web Gaming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Proves that deep, immersive 2D puzzle simulations can be 100% accessible to blind, deaf, and motor-impaired players without sacrificing aesthetic polish.</a:t>
            </a:r>
          </a:p>
          <a:p>
            <a:pPr>
              <a:defRPr sz="1100" b="1">
                <a:solidFill>
                  <a:srgbClr val="CBD5E1"/>
                </a:solidFill>
                <a:latin typeface="Arial"/>
              </a:defRPr>
            </a:pPr>
            <a:r>
              <a:t>• Pediatric &amp; Mass Casualty Expansions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Future modules will feature pediatric triage systems, multi-patient ambulance arrivals, and disaster triage color tags.</a:t>
            </a:r>
          </a:p>
          <a:p>
            <a:pPr>
              <a:defRPr sz="1100" b="1">
                <a:solidFill>
                  <a:srgbClr val="CBD5E1"/>
                </a:solidFill>
                <a:latin typeface="Arial"/>
              </a:defRPr>
            </a:pPr>
            <a:r>
              <a:t>• Educator Custom Scenario Engine</a:t>
            </a:r>
          </a:p>
          <a:p>
            <a:pPr>
              <a:spcAft>
                <a:spcPts val="1000"/>
              </a:spcAft>
              <a:defRPr sz="1000">
                <a:solidFill>
                  <a:srgbClr val="CBD5E1"/>
                </a:solidFill>
                <a:latin typeface="Arial"/>
              </a:defRPr>
            </a:pPr>
            <a:r>
              <a:t>Enabling medical schools, bioethics departments, and first-responder academies to author tailored decision trees with zero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